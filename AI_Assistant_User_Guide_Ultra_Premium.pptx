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73152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P R O M P T   E N G I N E E R I N G   C A S E   S T U D Y</a:t>
            </a:r>
          </a:p>
          <a:p>
            <a:pPr>
              <a:spcAft>
                <a:spcPts val="800"/>
              </a:spcAft>
              <a:defRPr sz="5600" b="1">
                <a:solidFill>
                  <a:srgbClr val="FFFFFF"/>
                </a:solidFill>
                <a:latin typeface="Trebuchet MS"/>
              </a:defRPr>
            </a:pPr>
            <a:r>
              <a:t>Syntactic Intelligence</a:t>
            </a:r>
          </a:p>
          <a:p>
            <a:pPr>
              <a:spcAft>
                <a:spcPts val="3600"/>
              </a:spcAft>
              <a:defRPr sz="2000">
                <a:solidFill>
                  <a:srgbClr val="E2E8F0"/>
                </a:solidFill>
                <a:latin typeface="Arial"/>
              </a:defRPr>
            </a:pPr>
            <a:r>
              <a:t>Engineering Prompt Variations to Drive Multi-Functional AI Behaviors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System: Flask Framework | Core LLM: Llama-3.1-8B NIM API | Design: Flat Corporate Minimalist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Overview &amp; Prompt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Educational Focus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0F172A"/>
                </a:solidFill>
                <a:latin typeface="Calibri"/>
              </a:defRPr>
            </a:pPr>
            <a:r>
              <a:t>This project aims to enhance students' capabilities to formulate systemic prompts that inspire structured thinking, logical evaluation, and entrepreneurial creativity.</a:t>
            </a:r>
          </a:p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  <a:latin typeface="Calibri"/>
              </a:defRPr>
            </a:pPr>
            <a:r>
              <a:t>By comparing response outputs side-by-side, developers learn to design constraints (length, specificity, output format) that yield optimal business and creative utility.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512064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12064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Expected Outcomes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 collection of highly structured prompt variations that yield unique, actionable AI outputs.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Demonstrated understanding of tone, complexity, and format control through system instructions.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An active feedback loop that stores and logs rating statistics to drive systematic prompt optimization.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 highly intuitive, developer-centric single page web workspace.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02.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System Architecture &amp; Execution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383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F46E5"/>
                </a:solidFill>
                <a:latin typeface="Trebuchet M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Backend Flow</a:t>
            </a:r>
          </a:p>
          <a:p>
            <a:pPr>
              <a:spcAft>
                <a:spcPts val="12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FLASK CORE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Handles endpoint routing securely.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Assembles dynamic prompt messages.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Pipeline endpoints: /, /generate, /feedback.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737360"/>
            <a:ext cx="3383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E7490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AI Model Pipeline</a:t>
            </a:r>
          </a:p>
          <a:p>
            <a:pPr>
              <a:spcAft>
                <a:spcPts val="12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NVIDIA NIM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Model: Llama-3.1-8B-Instruct.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Maintains 9 separate configurations.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Requests-based chat completion endpoint.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383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Data Metrics</a:t>
            </a:r>
          </a:p>
          <a:p>
            <a:pPr>
              <a:spcAft>
                <a:spcPts val="12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CSV DATABASE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Records logs in feedback_log.csv.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Thread-locked structure to ensure safety.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Dashboard: aggregates analytics at runtime.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03.A FUNCTION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Function 1: Answer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SYSTEM ROLE &amp; CONTEXT: You are a knowledgeable AI assistant specialized in answering questions accurately. Provide clear, well-structured answers.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Provides specialized guidance to Llama-3.1 before formatting the user queries.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Short Factual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"Answer briefly and factually: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Restricts response length. Eliminates preambles, focusing solely on core, direct facts.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651760"/>
            <a:ext cx="338328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Detailed Explainer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"Explain in detail with context and examples: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Instructs Llama-3.1 to generate fully fleshed-out contextual write-ups with use cases.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Bullet-Point Facts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"Give me 3 concise facts about: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Strict structural layout constraint. Limits the output to exactly 3 high-contrast 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03.B FUNCTION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Function 2: Summarize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SYSTEM ROLE &amp; CONTEXT: You are an expert text summarizer. Distill the provided content into its most essential points while preserving key meaning.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Provides specialized guidance to Llama-3.1 before formatting the user queries.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One-Paragraph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"Summarize the following text in one paragraph: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Aggregates lengthy passages into a single cohesive synthesis block, optimized for quick scanning.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651760"/>
            <a:ext cx="338328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Key Points List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"Extract the main points of this text as a bulleted list: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Structures key topics as clear bullet lists, improving legibility of dense reports.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Executive Brief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"Provide a brief executive overview (2-3 sentences) of this document: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Generates hyper-condensed high-level summaries for fast management assessments.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03.C FUNCTION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Function 3: Generate Creative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SYSTEM ROLE &amp; CONTEXT: You are a creative writing assistant with a flair for vivid imagery and engaging narratives. Produce original, compelling content.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Provides specialized guidance to Llama-3.1 before formatting the user queries.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Short Story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"Write a short story (under 300 words) about: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Tests narrative development capabilities while enforcing a strict parameter length constraint.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651760"/>
            <a:ext cx="338328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Poem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"Write a poem in a creative tone about: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Directs the AI model to express metaphors, rhythm, and artistic structures for creative tasks.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Idea Generator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"Generate 3 creative concept ideas for a story/essay about: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Enables ideation brainstorming, producing three unique business/creative outlines.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04.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Feedback Loop &amp; Analytics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Interactive Feedback Mechanism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Inline Rating: 👍 Helpful / 👎 Not Helpful buttons appear dynamically immediately beneath each generated response block.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Asynchronous AJAX: Submit ratings immediately without page reloading to maximize user convenience.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Logged Columns: Records timestamp, active function, selected style variation, truncated input prompt, LLM response, and feedback rating.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512064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12064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Evaluation &amp; Prompt Iteration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Aggregate Dashboard: The /feedback-summary route calculates approval ratings across the 9 prompts dynamically.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Empirical Alignment: Visual statistics highlight which prompt styles meet target audience needs.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Prompt Tuning cycle: Provides the datasets required for students to systematically refine system templates.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